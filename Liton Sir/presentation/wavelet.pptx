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31234-CE10-41CC-8ED2-623D724B4D1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9C53-9854-4C0F-BC08-3C439C8B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31234-CE10-41CC-8ED2-623D724B4D1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9C53-9854-4C0F-BC08-3C439C8B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86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31234-CE10-41CC-8ED2-623D724B4D1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9C53-9854-4C0F-BC08-3C439C8B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10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31234-CE10-41CC-8ED2-623D724B4D1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9C53-9854-4C0F-BC08-3C439C8B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47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31234-CE10-41CC-8ED2-623D724B4D1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9C53-9854-4C0F-BC08-3C439C8B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2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31234-CE10-41CC-8ED2-623D724B4D1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9C53-9854-4C0F-BC08-3C439C8B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94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31234-CE10-41CC-8ED2-623D724B4D1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9C53-9854-4C0F-BC08-3C439C8B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6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31234-CE10-41CC-8ED2-623D724B4D1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9C53-9854-4C0F-BC08-3C439C8B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27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31234-CE10-41CC-8ED2-623D724B4D1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9C53-9854-4C0F-BC08-3C439C8B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31234-CE10-41CC-8ED2-623D724B4D1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9C53-9854-4C0F-BC08-3C439C8B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64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31234-CE10-41CC-8ED2-623D724B4D1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B9C53-9854-4C0F-BC08-3C439C8B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0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31234-CE10-41CC-8ED2-623D724B4D1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B9C53-9854-4C0F-BC08-3C439C8B9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7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Wavelet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wavelet to be a little part of a wave</a:t>
            </a:r>
            <a:endParaRPr lang="en-US" dirty="0"/>
          </a:p>
          <a:p>
            <a:r>
              <a:rPr lang="en-US" dirty="0" smtClean="0"/>
              <a:t>Wavelet transform is the decomposition of a signal to the frequency components.</a:t>
            </a:r>
          </a:p>
          <a:p>
            <a:r>
              <a:rPr lang="en-US" dirty="0" smtClean="0"/>
              <a:t>A wavelet transform decomposes a signal into a set of basic functions. These basic functions are called the “wavelets”</a:t>
            </a:r>
          </a:p>
          <a:p>
            <a:endParaRPr lang="en-US" dirty="0"/>
          </a:p>
          <a:p>
            <a:r>
              <a:rPr lang="en-US" dirty="0" smtClean="0"/>
              <a:t>a discrete wavelet transform is used to decompose signals into sets</a:t>
            </a:r>
          </a:p>
        </p:txBody>
      </p:sp>
      <p:pic>
        <p:nvPicPr>
          <p:cNvPr id="1026" name="Picture 2" descr="Wavelet transform in image compress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46683"/>
            <a:ext cx="4876800" cy="365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562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7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57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Wavelet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 Shil</dc:creator>
  <cp:lastModifiedBy>Tama Shil</cp:lastModifiedBy>
  <cp:revision>3</cp:revision>
  <dcterms:created xsi:type="dcterms:W3CDTF">2023-08-15T06:09:09Z</dcterms:created>
  <dcterms:modified xsi:type="dcterms:W3CDTF">2023-08-15T08:57:00Z</dcterms:modified>
</cp:coreProperties>
</file>