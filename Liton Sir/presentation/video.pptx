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64" r:id="rId5"/>
    <p:sldId id="266" r:id="rId6"/>
    <p:sldId id="267" r:id="rId7"/>
    <p:sldId id="268" r:id="rId8"/>
    <p:sldId id="269" r:id="rId9"/>
    <p:sldId id="270" r:id="rId10"/>
    <p:sldId id="271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C251-EEDF-46E9-981E-B847B7A8422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2703-11D0-4ABC-9F70-66950C9A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92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C251-EEDF-46E9-981E-B847B7A8422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2703-11D0-4ABC-9F70-66950C9A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4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C251-EEDF-46E9-981E-B847B7A8422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2703-11D0-4ABC-9F70-66950C9A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78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C251-EEDF-46E9-981E-B847B7A8422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2703-11D0-4ABC-9F70-66950C9A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092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C251-EEDF-46E9-981E-B847B7A8422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2703-11D0-4ABC-9F70-66950C9A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24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C251-EEDF-46E9-981E-B847B7A8422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2703-11D0-4ABC-9F70-66950C9A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28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C251-EEDF-46E9-981E-B847B7A8422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2703-11D0-4ABC-9F70-66950C9A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C251-EEDF-46E9-981E-B847B7A8422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2703-11D0-4ABC-9F70-66950C9A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95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C251-EEDF-46E9-981E-B847B7A8422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2703-11D0-4ABC-9F70-66950C9A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0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C251-EEDF-46E9-981E-B847B7A8422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2703-11D0-4ABC-9F70-66950C9A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6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C251-EEDF-46E9-981E-B847B7A8422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A2703-11D0-4ABC-9F70-66950C9A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6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C251-EEDF-46E9-981E-B847B7A84227}" type="datetimeFigureOut">
              <a:rPr lang="en-US" smtClean="0"/>
              <a:t>8/15/2023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A2703-11D0-4ABC-9F70-66950C9A0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4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63637"/>
          </a:xfrm>
        </p:spPr>
        <p:txBody>
          <a:bodyPr/>
          <a:lstStyle/>
          <a:p>
            <a:r>
              <a:rPr lang="en-US" dirty="0" smtClean="0"/>
              <a:t>Video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77886"/>
            <a:ext cx="9144000" cy="257991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Video processing is a fundamental branch of digital image processing that deals with the manipulation, analysis, and enhancement of video sequences. It involves a series of techniques aimed at extracting meaningful information from video data, making it a crucial field in today's digital world.</a:t>
            </a:r>
          </a:p>
          <a:p>
            <a:pPr algn="just"/>
            <a:r>
              <a:rPr lang="en-US" dirty="0" smtClean="0"/>
              <a:t>Here we will cover –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smtClean="0"/>
              <a:t>Output of live webcam feed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smtClean="0"/>
              <a:t>Grayscale video of RGB color video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smtClean="0"/>
              <a:t>Separating color channels in a </a:t>
            </a:r>
            <a:r>
              <a:rPr lang="en-US" dirty="0" err="1" smtClean="0"/>
              <a:t>a</a:t>
            </a:r>
            <a:r>
              <a:rPr lang="en-US" dirty="0" smtClean="0"/>
              <a:t> live webcam stream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smtClean="0"/>
              <a:t>More operations on live webcam streams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02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39634"/>
            <a:ext cx="9205549" cy="535578"/>
          </a:xfrm>
        </p:spPr>
        <p:txBody>
          <a:bodyPr>
            <a:normAutofit/>
          </a:bodyPr>
          <a:lstStyle/>
          <a:p>
            <a:pPr marL="342900" indent="-342900" algn="ctr"/>
            <a:r>
              <a:rPr lang="en-US" dirty="0" smtClean="0"/>
              <a:t>Output of live webcam feed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013551"/>
            <a:ext cx="6172200" cy="4873625"/>
          </a:xfrm>
        </p:spPr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013551"/>
            <a:ext cx="3932237" cy="534806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Python code: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numpy</a:t>
            </a:r>
            <a:r>
              <a:rPr lang="en-US" dirty="0" smtClean="0"/>
              <a:t> as np</a:t>
            </a:r>
          </a:p>
          <a:p>
            <a:r>
              <a:rPr lang="en-US" dirty="0" smtClean="0"/>
              <a:t>import cv2 as cv</a:t>
            </a:r>
          </a:p>
          <a:p>
            <a:r>
              <a:rPr lang="en-US" dirty="0" smtClean="0"/>
              <a:t>cap = </a:t>
            </a:r>
            <a:r>
              <a:rPr lang="en-US" dirty="0" err="1" smtClean="0"/>
              <a:t>cv.VideoCapture</a:t>
            </a:r>
            <a:r>
              <a:rPr lang="en-US" dirty="0" smtClean="0"/>
              <a:t>(0)</a:t>
            </a:r>
          </a:p>
          <a:p>
            <a:r>
              <a:rPr lang="en-US" dirty="0" err="1" smtClean="0"/>
              <a:t>cap.set</a:t>
            </a:r>
            <a:r>
              <a:rPr lang="en-US" dirty="0" smtClean="0"/>
              <a:t>(</a:t>
            </a:r>
            <a:r>
              <a:rPr lang="en-US" dirty="0" err="1" smtClean="0"/>
              <a:t>cv.CAP_PROP_FRAME_WIDTH</a:t>
            </a:r>
            <a:r>
              <a:rPr lang="en-US" dirty="0" smtClean="0"/>
              <a:t>, 256)</a:t>
            </a:r>
          </a:p>
          <a:p>
            <a:r>
              <a:rPr lang="en-US" dirty="0" err="1" smtClean="0"/>
              <a:t>cap.set</a:t>
            </a:r>
            <a:r>
              <a:rPr lang="en-US" dirty="0" smtClean="0"/>
              <a:t>(</a:t>
            </a:r>
            <a:r>
              <a:rPr lang="en-US" dirty="0" err="1" smtClean="0"/>
              <a:t>cv.CAP_PROP_FRAME_HEIGHT</a:t>
            </a:r>
            <a:r>
              <a:rPr lang="en-US" dirty="0" smtClean="0"/>
              <a:t>, 144)</a:t>
            </a:r>
          </a:p>
          <a:p>
            <a:r>
              <a:rPr lang="en-US" dirty="0" smtClean="0"/>
              <a:t>if not </a:t>
            </a:r>
            <a:r>
              <a:rPr lang="en-US" dirty="0" err="1" smtClean="0"/>
              <a:t>cap.isOpened</a:t>
            </a:r>
            <a:r>
              <a:rPr lang="en-US" dirty="0" smtClean="0"/>
              <a:t>():</a:t>
            </a:r>
          </a:p>
          <a:p>
            <a:r>
              <a:rPr lang="en-US" dirty="0" smtClean="0"/>
              <a:t>    print("Cannot open camera...")</a:t>
            </a:r>
          </a:p>
          <a:p>
            <a:r>
              <a:rPr lang="en-US" dirty="0" smtClean="0"/>
              <a:t>    exit()</a:t>
            </a:r>
          </a:p>
          <a:p>
            <a:endParaRPr lang="en-US" dirty="0" smtClean="0"/>
          </a:p>
          <a:p>
            <a:r>
              <a:rPr lang="en-US" dirty="0" smtClean="0"/>
              <a:t>while True:</a:t>
            </a:r>
          </a:p>
          <a:p>
            <a:r>
              <a:rPr lang="en-US" dirty="0" smtClean="0"/>
              <a:t>    ret, frame = </a:t>
            </a:r>
            <a:r>
              <a:rPr lang="en-US" dirty="0" err="1" smtClean="0"/>
              <a:t>cap.read</a:t>
            </a:r>
            <a:r>
              <a:rPr lang="en-US" dirty="0" smtClean="0"/>
              <a:t>()</a:t>
            </a:r>
          </a:p>
          <a:p>
            <a:r>
              <a:rPr lang="en-US" dirty="0" smtClean="0"/>
              <a:t>    if not ret:</a:t>
            </a:r>
          </a:p>
          <a:p>
            <a:r>
              <a:rPr lang="en-US" dirty="0" smtClean="0"/>
              <a:t>        print("Can't receive frame... \</a:t>
            </a:r>
            <a:r>
              <a:rPr lang="en-US" dirty="0" err="1" smtClean="0"/>
              <a:t>nExiting</a:t>
            </a:r>
            <a:r>
              <a:rPr lang="en-US" dirty="0" smtClean="0"/>
              <a:t> ...")</a:t>
            </a:r>
          </a:p>
          <a:p>
            <a:r>
              <a:rPr lang="en-US" dirty="0" smtClean="0"/>
              <a:t>        break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cv.imshow</a:t>
            </a:r>
            <a:r>
              <a:rPr lang="en-US" dirty="0" smtClean="0"/>
              <a:t>('frame', frame)</a:t>
            </a:r>
          </a:p>
          <a:p>
            <a:r>
              <a:rPr lang="en-US" dirty="0" smtClean="0"/>
              <a:t>    if </a:t>
            </a:r>
            <a:r>
              <a:rPr lang="en-US" dirty="0" err="1" smtClean="0"/>
              <a:t>cv.waitKey</a:t>
            </a:r>
            <a:r>
              <a:rPr lang="en-US" dirty="0" smtClean="0"/>
              <a:t>(1) == 27:</a:t>
            </a:r>
          </a:p>
          <a:p>
            <a:r>
              <a:rPr lang="en-US" dirty="0" smtClean="0"/>
              <a:t>        break</a:t>
            </a:r>
          </a:p>
          <a:p>
            <a:r>
              <a:rPr lang="en-US" dirty="0" err="1" smtClean="0"/>
              <a:t>cap.release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cv.destroyAllWindows</a:t>
            </a:r>
            <a:r>
              <a:rPr lang="en-US" dirty="0" smtClean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2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428" y="195944"/>
            <a:ext cx="8983481" cy="640080"/>
          </a:xfrm>
        </p:spPr>
        <p:txBody>
          <a:bodyPr>
            <a:normAutofit/>
          </a:bodyPr>
          <a:lstStyle/>
          <a:p>
            <a:pPr marL="342900" indent="-342900" algn="ctr"/>
            <a:r>
              <a:rPr lang="en-US" dirty="0" smtClean="0"/>
              <a:t>Grayscale video of RGB color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987425"/>
            <a:ext cx="3949065" cy="5452564"/>
          </a:xfrm>
        </p:spPr>
        <p:txBody>
          <a:bodyPr>
            <a:normAutofit/>
          </a:bodyPr>
          <a:lstStyle/>
          <a:p>
            <a:r>
              <a:rPr lang="en-US" dirty="0" smtClean="0"/>
              <a:t>Python code:</a:t>
            </a:r>
          </a:p>
          <a:p>
            <a:r>
              <a:rPr lang="en-US" dirty="0" smtClean="0"/>
              <a:t>while True:</a:t>
            </a:r>
          </a:p>
          <a:p>
            <a:r>
              <a:rPr lang="en-US" dirty="0" smtClean="0"/>
              <a:t>    ret, frame = </a:t>
            </a:r>
            <a:r>
              <a:rPr lang="en-US" dirty="0" err="1" smtClean="0"/>
              <a:t>cap.read</a:t>
            </a:r>
            <a:r>
              <a:rPr lang="en-US" dirty="0" smtClean="0"/>
              <a:t>()</a:t>
            </a:r>
          </a:p>
          <a:p>
            <a:r>
              <a:rPr lang="en-US" dirty="0" smtClean="0"/>
              <a:t>    if not ret:</a:t>
            </a:r>
          </a:p>
          <a:p>
            <a:r>
              <a:rPr lang="en-US" dirty="0" smtClean="0"/>
              <a:t>        break</a:t>
            </a:r>
          </a:p>
          <a:p>
            <a:r>
              <a:rPr lang="en-US" dirty="0" smtClean="0"/>
              <a:t>    gray = </a:t>
            </a:r>
            <a:r>
              <a:rPr lang="en-US" dirty="0" err="1" smtClean="0"/>
              <a:t>cv.cvtColor</a:t>
            </a:r>
            <a:r>
              <a:rPr lang="en-US" dirty="0" smtClean="0"/>
              <a:t>(frame, cv.COLOR_BGR2GRAY)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cv.imshow</a:t>
            </a:r>
            <a:r>
              <a:rPr lang="en-US" dirty="0" smtClean="0"/>
              <a:t>('frame', gray)</a:t>
            </a:r>
          </a:p>
          <a:p>
            <a:r>
              <a:rPr lang="en-US" dirty="0" smtClean="0"/>
              <a:t>    if </a:t>
            </a:r>
            <a:r>
              <a:rPr lang="en-US" dirty="0" err="1" smtClean="0"/>
              <a:t>cv.waitKey</a:t>
            </a:r>
            <a:r>
              <a:rPr lang="en-US" dirty="0" smtClean="0"/>
              <a:t>(1) == 27:</a:t>
            </a:r>
          </a:p>
          <a:p>
            <a:r>
              <a:rPr lang="en-US" dirty="0" smtClean="0"/>
              <a:t>        break</a:t>
            </a:r>
          </a:p>
          <a:p>
            <a:endParaRPr lang="en-US" dirty="0" smtClean="0"/>
          </a:p>
          <a:p>
            <a:r>
              <a:rPr lang="en-US" dirty="0" err="1" smtClean="0"/>
              <a:t>cap.release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cv.destroyAllWindows</a:t>
            </a:r>
            <a:r>
              <a:rPr lang="en-US" dirty="0" smtClean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082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182880"/>
            <a:ext cx="9780315" cy="804545"/>
          </a:xfrm>
        </p:spPr>
        <p:txBody>
          <a:bodyPr>
            <a:normAutofit/>
          </a:bodyPr>
          <a:lstStyle/>
          <a:p>
            <a:pPr marL="342900" indent="-342900" algn="ctr"/>
            <a:r>
              <a:rPr lang="en-US" dirty="0" smtClean="0"/>
              <a:t>Separating color channels in a live webcam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32411"/>
            <a:ext cx="6172200" cy="452863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823" y="1332411"/>
            <a:ext cx="3892731" cy="4820195"/>
          </a:xfrm>
        </p:spPr>
        <p:txBody>
          <a:bodyPr>
            <a:normAutofit/>
          </a:bodyPr>
          <a:lstStyle/>
          <a:p>
            <a:r>
              <a:rPr lang="en-US" dirty="0" smtClean="0"/>
              <a:t>Python Code: </a:t>
            </a:r>
          </a:p>
          <a:p>
            <a:r>
              <a:rPr lang="en-US" dirty="0" smtClean="0"/>
              <a:t>b = frame[:, :, 0]</a:t>
            </a:r>
          </a:p>
          <a:p>
            <a:r>
              <a:rPr lang="en-US" dirty="0" smtClean="0"/>
              <a:t>    g = frame[:, :, 1]</a:t>
            </a:r>
          </a:p>
          <a:p>
            <a:r>
              <a:rPr lang="en-US" dirty="0" smtClean="0"/>
              <a:t>    r = frame[:, :, 2]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cv.imshow</a:t>
            </a:r>
            <a:r>
              <a:rPr lang="en-US" dirty="0" smtClean="0"/>
              <a:t>('Red', r)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cv.imshow</a:t>
            </a:r>
            <a:r>
              <a:rPr lang="en-US" dirty="0" smtClean="0"/>
              <a:t>('Green', g)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cv.imshow</a:t>
            </a:r>
            <a:r>
              <a:rPr lang="en-US" dirty="0" smtClean="0"/>
              <a:t>('Blue', b)</a:t>
            </a:r>
          </a:p>
          <a:p>
            <a:r>
              <a:rPr lang="en-US" dirty="0" smtClean="0"/>
              <a:t>    if </a:t>
            </a:r>
            <a:r>
              <a:rPr lang="en-US" dirty="0" err="1" smtClean="0"/>
              <a:t>cv.waitKey</a:t>
            </a:r>
            <a:r>
              <a:rPr lang="en-US" dirty="0" smtClean="0"/>
              <a:t>(1) == 27:</a:t>
            </a:r>
          </a:p>
          <a:p>
            <a:r>
              <a:rPr lang="en-US" dirty="0" smtClean="0"/>
              <a:t>        break</a:t>
            </a:r>
          </a:p>
          <a:p>
            <a:r>
              <a:rPr lang="en-US" dirty="0" err="1" smtClean="0"/>
              <a:t>cap.release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cv.destroyAllWindows</a:t>
            </a:r>
            <a:r>
              <a:rPr lang="en-US" dirty="0" smtClean="0"/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663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430" y="164465"/>
            <a:ext cx="10515600" cy="82296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Some More operations on live webcam streams:</a:t>
            </a:r>
            <a:br>
              <a:rPr lang="en-US" dirty="0" smtClean="0"/>
            </a:br>
            <a:r>
              <a:rPr lang="en-US" b="1" dirty="0" smtClean="0"/>
              <a:t>Geometric Transformation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Geometric Transformation of a live webcam feed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>
            <a:normAutofit/>
          </a:bodyPr>
          <a:lstStyle/>
          <a:p>
            <a:r>
              <a:rPr lang="en-US" dirty="0" smtClean="0"/>
              <a:t>Python code:</a:t>
            </a:r>
          </a:p>
          <a:p>
            <a:r>
              <a:rPr lang="en-US" dirty="0" smtClean="0"/>
              <a:t>while True:</a:t>
            </a:r>
          </a:p>
          <a:p>
            <a:r>
              <a:rPr lang="en-US" dirty="0" smtClean="0"/>
              <a:t>    ret, frame = </a:t>
            </a:r>
            <a:r>
              <a:rPr lang="en-US" dirty="0" err="1" smtClean="0"/>
              <a:t>cap.read</a:t>
            </a:r>
            <a:r>
              <a:rPr lang="en-US" dirty="0" smtClean="0"/>
              <a:t>()</a:t>
            </a:r>
          </a:p>
          <a:p>
            <a:r>
              <a:rPr lang="en-US" dirty="0" smtClean="0"/>
              <a:t>    if not ret:</a:t>
            </a:r>
          </a:p>
          <a:p>
            <a:r>
              <a:rPr lang="en-US" dirty="0" smtClean="0"/>
              <a:t>        break</a:t>
            </a:r>
          </a:p>
          <a:p>
            <a:r>
              <a:rPr lang="en-US" dirty="0" smtClean="0"/>
              <a:t>    angle = (angle + 1) % 360</a:t>
            </a:r>
          </a:p>
          <a:p>
            <a:r>
              <a:rPr lang="en-US" dirty="0" smtClean="0"/>
              <a:t>    output = </a:t>
            </a:r>
            <a:r>
              <a:rPr lang="en-US" dirty="0" err="1" smtClean="0"/>
              <a:t>ndi.rotate</a:t>
            </a:r>
            <a:r>
              <a:rPr lang="en-US" dirty="0" smtClean="0"/>
              <a:t>(frame, angle, reshape=False)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cv.imshow</a:t>
            </a:r>
            <a:r>
              <a:rPr lang="en-US" dirty="0" smtClean="0"/>
              <a:t>('Rotated Frame', output)</a:t>
            </a:r>
          </a:p>
          <a:p>
            <a:r>
              <a:rPr lang="en-US" dirty="0" smtClean="0"/>
              <a:t>    if </a:t>
            </a:r>
            <a:r>
              <a:rPr lang="en-US" dirty="0" err="1" smtClean="0"/>
              <a:t>cv.waitKey</a:t>
            </a:r>
            <a:r>
              <a:rPr lang="en-US" dirty="0" smtClean="0"/>
              <a:t>(1) == 27:</a:t>
            </a:r>
          </a:p>
          <a:p>
            <a:r>
              <a:rPr lang="en-US" dirty="0" smtClean="0"/>
              <a:t>        break</a:t>
            </a:r>
          </a:p>
          <a:p>
            <a:endParaRPr lang="en-US" dirty="0" smtClean="0"/>
          </a:p>
          <a:p>
            <a:r>
              <a:rPr lang="en-US" dirty="0" err="1" smtClean="0"/>
              <a:t>cap.release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cv.destroyAllWindows</a:t>
            </a:r>
            <a:r>
              <a:rPr lang="en-US" dirty="0" smtClean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971" y="143691"/>
            <a:ext cx="10515600" cy="979715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Some More operations on live webcam streams:</a:t>
            </a:r>
            <a:br>
              <a:rPr lang="en-US" dirty="0" smtClean="0"/>
            </a:br>
            <a:r>
              <a:rPr lang="en-US" b="1" dirty="0" err="1" smtClean="0"/>
              <a:t>Convulation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Blured</a:t>
            </a:r>
            <a:r>
              <a:rPr lang="en-US" dirty="0" smtClean="0"/>
              <a:t> fig from webcam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123406"/>
            <a:ext cx="3932237" cy="4745582"/>
          </a:xfrm>
        </p:spPr>
        <p:txBody>
          <a:bodyPr/>
          <a:lstStyle/>
          <a:p>
            <a:r>
              <a:rPr lang="en-US" dirty="0" smtClean="0"/>
              <a:t>Python code:</a:t>
            </a:r>
          </a:p>
          <a:p>
            <a:endParaRPr lang="en-US" dirty="0" smtClean="0"/>
          </a:p>
          <a:p>
            <a:r>
              <a:rPr lang="en-US" dirty="0" smtClean="0"/>
              <a:t>while True:</a:t>
            </a:r>
          </a:p>
          <a:p>
            <a:r>
              <a:rPr lang="en-US" dirty="0" smtClean="0"/>
              <a:t>    ret, frame = </a:t>
            </a:r>
            <a:r>
              <a:rPr lang="en-US" dirty="0" err="1" smtClean="0"/>
              <a:t>cap.read</a:t>
            </a:r>
            <a:r>
              <a:rPr lang="en-US" dirty="0" smtClean="0"/>
              <a:t>()</a:t>
            </a:r>
          </a:p>
          <a:p>
            <a:r>
              <a:rPr lang="en-US" dirty="0" smtClean="0"/>
              <a:t>    if not ret:</a:t>
            </a:r>
          </a:p>
          <a:p>
            <a:r>
              <a:rPr lang="en-US" dirty="0" smtClean="0"/>
              <a:t>        break</a:t>
            </a:r>
          </a:p>
          <a:p>
            <a:r>
              <a:rPr lang="en-US" dirty="0" smtClean="0"/>
              <a:t>    output = </a:t>
            </a:r>
            <a:r>
              <a:rPr lang="en-US" dirty="0" err="1" smtClean="0"/>
              <a:t>ndi.convolve</a:t>
            </a:r>
            <a:r>
              <a:rPr lang="en-US" dirty="0" smtClean="0"/>
              <a:t>(frame, k, mode='nearest')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cv.imshow</a:t>
            </a:r>
            <a:r>
              <a:rPr lang="en-US" dirty="0" smtClean="0"/>
              <a:t>('Convolved Frame', output)</a:t>
            </a:r>
          </a:p>
          <a:p>
            <a:r>
              <a:rPr lang="en-US" dirty="0" smtClean="0"/>
              <a:t>    if </a:t>
            </a:r>
            <a:r>
              <a:rPr lang="en-US" dirty="0" err="1" smtClean="0"/>
              <a:t>cv.waitKey</a:t>
            </a:r>
            <a:r>
              <a:rPr lang="en-US" dirty="0" smtClean="0"/>
              <a:t>(1) == 27:</a:t>
            </a:r>
          </a:p>
          <a:p>
            <a:r>
              <a:rPr lang="en-US" dirty="0" smtClean="0"/>
              <a:t>        break</a:t>
            </a:r>
          </a:p>
          <a:p>
            <a:endParaRPr lang="en-US" dirty="0" smtClean="0"/>
          </a:p>
          <a:p>
            <a:r>
              <a:rPr lang="en-US" dirty="0" err="1" smtClean="0"/>
              <a:t>cap.release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cv.destroyAllWindows</a:t>
            </a:r>
            <a:r>
              <a:rPr lang="en-US" dirty="0" smtClean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343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Using </a:t>
            </a:r>
            <a:r>
              <a:rPr lang="en-US" dirty="0" err="1" smtClean="0"/>
              <a:t>trackbar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Python code:</a:t>
            </a:r>
          </a:p>
          <a:p>
            <a:r>
              <a:rPr lang="en-US" dirty="0" smtClean="0"/>
              <a:t>while True:</a:t>
            </a:r>
          </a:p>
          <a:p>
            <a:r>
              <a:rPr lang="en-US" dirty="0" smtClean="0"/>
              <a:t>    ret, frame = </a:t>
            </a:r>
            <a:r>
              <a:rPr lang="en-US" dirty="0" err="1" smtClean="0"/>
              <a:t>cap.read</a:t>
            </a:r>
            <a:r>
              <a:rPr lang="en-US" dirty="0" smtClean="0"/>
              <a:t>()</a:t>
            </a:r>
          </a:p>
          <a:p>
            <a:endParaRPr lang="en-US" dirty="0" smtClean="0"/>
          </a:p>
          <a:p>
            <a:r>
              <a:rPr lang="en-US" dirty="0" smtClean="0"/>
              <a:t>    if not ret:</a:t>
            </a:r>
          </a:p>
          <a:p>
            <a:r>
              <a:rPr lang="en-US" dirty="0" smtClean="0"/>
              <a:t>        print("Can't receive frame... \</a:t>
            </a:r>
            <a:r>
              <a:rPr lang="en-US" dirty="0" err="1" smtClean="0"/>
              <a:t>nExiting</a:t>
            </a:r>
            <a:r>
              <a:rPr lang="en-US" dirty="0" smtClean="0"/>
              <a:t> ...")</a:t>
            </a:r>
          </a:p>
          <a:p>
            <a:r>
              <a:rPr lang="en-US" dirty="0" smtClean="0"/>
              <a:t>        break</a:t>
            </a:r>
          </a:p>
          <a:p>
            <a:endParaRPr lang="en-US" dirty="0" smtClean="0"/>
          </a:p>
          <a:p>
            <a:r>
              <a:rPr lang="en-US" dirty="0" smtClean="0"/>
              <a:t>    n = </a:t>
            </a:r>
            <a:r>
              <a:rPr lang="en-US" dirty="0" err="1" smtClean="0"/>
              <a:t>cv.getTrackbarPos</a:t>
            </a:r>
            <a:r>
              <a:rPr lang="en-US" dirty="0" smtClean="0"/>
              <a:t>('Kernel Size', WINDOW_NAME)</a:t>
            </a:r>
          </a:p>
          <a:p>
            <a:r>
              <a:rPr lang="en-US" dirty="0" smtClean="0"/>
              <a:t>    k = </a:t>
            </a:r>
            <a:r>
              <a:rPr lang="en-US" dirty="0" err="1" smtClean="0"/>
              <a:t>np.ones</a:t>
            </a:r>
            <a:r>
              <a:rPr lang="en-US" dirty="0" smtClean="0"/>
              <a:t>((n, n, n), np.uint8) / (n * n * n)</a:t>
            </a:r>
          </a:p>
          <a:p>
            <a:r>
              <a:rPr lang="en-US" dirty="0" smtClean="0"/>
              <a:t>    output = </a:t>
            </a:r>
            <a:r>
              <a:rPr lang="en-US" dirty="0" err="1" smtClean="0"/>
              <a:t>ndi.convolve</a:t>
            </a:r>
            <a:r>
              <a:rPr lang="en-US" dirty="0" smtClean="0"/>
              <a:t>(frame, k, mode='nearest')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cv.imshow</a:t>
            </a:r>
            <a:r>
              <a:rPr lang="en-US" dirty="0" smtClean="0"/>
              <a:t>(WINDOW_NAME, output)</a:t>
            </a:r>
          </a:p>
          <a:p>
            <a:endParaRPr lang="en-US" dirty="0" smtClean="0"/>
          </a:p>
          <a:p>
            <a:r>
              <a:rPr lang="en-US" dirty="0" smtClean="0"/>
              <a:t>    if </a:t>
            </a:r>
            <a:r>
              <a:rPr lang="en-US" dirty="0" err="1" smtClean="0"/>
              <a:t>cv.waitKey</a:t>
            </a:r>
            <a:r>
              <a:rPr lang="en-US" dirty="0" smtClean="0"/>
              <a:t>(1) == 27:</a:t>
            </a:r>
          </a:p>
          <a:p>
            <a:r>
              <a:rPr lang="en-US" dirty="0" smtClean="0"/>
              <a:t>        break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69971" y="143691"/>
            <a:ext cx="10515600" cy="9797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Some More operations on live webcam streams:</a:t>
            </a:r>
            <a:br>
              <a:rPr lang="en-US" dirty="0" smtClean="0"/>
            </a:br>
            <a:r>
              <a:rPr lang="en-US" b="1" dirty="0" err="1" smtClean="0"/>
              <a:t>Convulation</a:t>
            </a:r>
            <a:r>
              <a:rPr lang="en-US" b="1" dirty="0" smtClean="0"/>
              <a:t>(Using </a:t>
            </a:r>
            <a:r>
              <a:rPr lang="en-US" b="1" dirty="0" err="1" smtClean="0"/>
              <a:t>Trackbar</a:t>
            </a:r>
            <a:r>
              <a:rPr lang="en-US" b="1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441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32411"/>
            <a:ext cx="6312126" cy="4528639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Correlation with </a:t>
            </a:r>
            <a:r>
              <a:rPr lang="en-US" dirty="0" err="1" smtClean="0"/>
              <a:t>trackbar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2777" y="1332411"/>
            <a:ext cx="3779248" cy="509451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Python Code:</a:t>
            </a:r>
          </a:p>
          <a:p>
            <a:r>
              <a:rPr lang="en-US" dirty="0" smtClean="0"/>
              <a:t>while True:</a:t>
            </a:r>
          </a:p>
          <a:p>
            <a:r>
              <a:rPr lang="en-US" dirty="0" smtClean="0"/>
              <a:t>    ret, frame = </a:t>
            </a:r>
            <a:r>
              <a:rPr lang="en-US" dirty="0" err="1" smtClean="0"/>
              <a:t>cap.read</a:t>
            </a:r>
            <a:r>
              <a:rPr lang="en-US" dirty="0" smtClean="0"/>
              <a:t>()</a:t>
            </a:r>
          </a:p>
          <a:p>
            <a:r>
              <a:rPr lang="en-US" dirty="0" smtClean="0"/>
              <a:t>    if not ret:</a:t>
            </a:r>
          </a:p>
          <a:p>
            <a:r>
              <a:rPr lang="en-US" dirty="0" smtClean="0"/>
              <a:t>        print("Can't receive frame... \</a:t>
            </a:r>
            <a:r>
              <a:rPr lang="en-US" dirty="0" err="1" smtClean="0"/>
              <a:t>nExiting</a:t>
            </a:r>
            <a:r>
              <a:rPr lang="en-US" dirty="0" smtClean="0"/>
              <a:t> ...")</a:t>
            </a:r>
          </a:p>
          <a:p>
            <a:r>
              <a:rPr lang="en-US" dirty="0" smtClean="0"/>
              <a:t>        break</a:t>
            </a:r>
          </a:p>
          <a:p>
            <a:r>
              <a:rPr lang="en-US" dirty="0" smtClean="0"/>
              <a:t>    n = </a:t>
            </a:r>
            <a:r>
              <a:rPr lang="en-US" dirty="0" err="1" smtClean="0"/>
              <a:t>cv.getTrackbarPos</a:t>
            </a:r>
            <a:r>
              <a:rPr lang="en-US" dirty="0" smtClean="0"/>
              <a:t>('Kernel Size', </a:t>
            </a:r>
          </a:p>
          <a:p>
            <a:r>
              <a:rPr lang="en-US" dirty="0" smtClean="0"/>
              <a:t>WINDOW_NAME)</a:t>
            </a:r>
          </a:p>
          <a:p>
            <a:r>
              <a:rPr lang="en-US" dirty="0" smtClean="0"/>
              <a:t>    k = </a:t>
            </a:r>
            <a:r>
              <a:rPr lang="en-US" dirty="0" err="1" smtClean="0"/>
              <a:t>np.ones</a:t>
            </a:r>
            <a:r>
              <a:rPr lang="en-US" dirty="0" smtClean="0"/>
              <a:t>((n, n, n), np.uint8) / (n * n * n)</a:t>
            </a:r>
          </a:p>
          <a:p>
            <a:r>
              <a:rPr lang="en-US" dirty="0" smtClean="0"/>
              <a:t>    output = </a:t>
            </a:r>
            <a:r>
              <a:rPr lang="en-US" dirty="0" err="1" smtClean="0"/>
              <a:t>ndi.correlate</a:t>
            </a:r>
            <a:r>
              <a:rPr lang="en-US" dirty="0" smtClean="0"/>
              <a:t>(frame, k, </a:t>
            </a:r>
          </a:p>
          <a:p>
            <a:r>
              <a:rPr lang="en-US" dirty="0" smtClean="0"/>
              <a:t>mode='nearest')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cv.imshow</a:t>
            </a:r>
            <a:r>
              <a:rPr lang="en-US" dirty="0" smtClean="0"/>
              <a:t>(WINDOW_NAME, output)</a:t>
            </a:r>
          </a:p>
          <a:p>
            <a:r>
              <a:rPr lang="en-US" dirty="0" smtClean="0"/>
              <a:t>    if </a:t>
            </a:r>
            <a:r>
              <a:rPr lang="en-US" dirty="0" err="1" smtClean="0"/>
              <a:t>cv.waitKey</a:t>
            </a:r>
            <a:r>
              <a:rPr lang="en-US" dirty="0" smtClean="0"/>
              <a:t>(1) == 27:</a:t>
            </a:r>
          </a:p>
          <a:p>
            <a:r>
              <a:rPr lang="en-US" dirty="0" smtClean="0"/>
              <a:t>        break</a:t>
            </a:r>
          </a:p>
          <a:p>
            <a:endParaRPr lang="en-US" dirty="0" smtClean="0"/>
          </a:p>
          <a:p>
            <a:r>
              <a:rPr lang="en-US" dirty="0" err="1" smtClean="0"/>
              <a:t>cap.release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cv.destroyAllWindows</a:t>
            </a:r>
            <a:r>
              <a:rPr lang="en-US" dirty="0" smtClean="0"/>
              <a:t>()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69971" y="143691"/>
            <a:ext cx="10515600" cy="9797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Some More operations on live webcam streams:</a:t>
            </a:r>
            <a:br>
              <a:rPr lang="en-US" dirty="0" smtClean="0"/>
            </a:br>
            <a:r>
              <a:rPr lang="en-US" b="1" dirty="0" smtClean="0"/>
              <a:t>Correlation</a:t>
            </a:r>
          </a:p>
        </p:txBody>
      </p:sp>
    </p:spTree>
    <p:extLst>
      <p:ext uri="{BB962C8B-B14F-4D97-AF65-F5344CB8AC3E}">
        <p14:creationId xmlns:p14="http://schemas.microsoft.com/office/powerpoint/2010/main" val="4079215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7" y="1737360"/>
            <a:ext cx="6534195" cy="4149816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Percentile filter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737359"/>
            <a:ext cx="3932237" cy="4715691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Python code:</a:t>
            </a:r>
          </a:p>
          <a:p>
            <a:r>
              <a:rPr lang="en-US" dirty="0" smtClean="0"/>
              <a:t>while True:</a:t>
            </a:r>
          </a:p>
          <a:p>
            <a:r>
              <a:rPr lang="en-US" dirty="0" smtClean="0"/>
              <a:t>    ret, frame = </a:t>
            </a:r>
            <a:r>
              <a:rPr lang="en-US" dirty="0" err="1" smtClean="0"/>
              <a:t>cap.read</a:t>
            </a:r>
            <a:r>
              <a:rPr lang="en-US" dirty="0" smtClean="0"/>
              <a:t>()</a:t>
            </a:r>
          </a:p>
          <a:p>
            <a:r>
              <a:rPr lang="en-US" dirty="0" smtClean="0"/>
              <a:t>    if not ret:</a:t>
            </a:r>
          </a:p>
          <a:p>
            <a:r>
              <a:rPr lang="en-US" dirty="0" smtClean="0"/>
              <a:t>        print("Can't receive frame... \</a:t>
            </a:r>
            <a:r>
              <a:rPr lang="en-US" dirty="0" err="1" smtClean="0"/>
              <a:t>nExiting</a:t>
            </a:r>
            <a:r>
              <a:rPr lang="en-US" dirty="0" smtClean="0"/>
              <a:t> ...")</a:t>
            </a:r>
          </a:p>
          <a:p>
            <a:r>
              <a:rPr lang="en-US" dirty="0" smtClean="0"/>
              <a:t>        break</a:t>
            </a:r>
          </a:p>
          <a:p>
            <a:r>
              <a:rPr lang="en-US" dirty="0" smtClean="0"/>
              <a:t>    s = </a:t>
            </a:r>
            <a:r>
              <a:rPr lang="en-US" dirty="0" err="1" smtClean="0"/>
              <a:t>cv.getTrackbarPos</a:t>
            </a:r>
            <a:r>
              <a:rPr lang="en-US" dirty="0" smtClean="0"/>
              <a:t>('Size', WINDOW_NAME)</a:t>
            </a:r>
          </a:p>
          <a:p>
            <a:r>
              <a:rPr lang="en-US" dirty="0" smtClean="0"/>
              <a:t>    p = </a:t>
            </a:r>
            <a:r>
              <a:rPr lang="en-US" dirty="0" err="1" smtClean="0"/>
              <a:t>cv.getTrackbarPos</a:t>
            </a:r>
            <a:r>
              <a:rPr lang="en-US" dirty="0" smtClean="0"/>
              <a:t>('Percentile', WINDOW_NAME)</a:t>
            </a:r>
          </a:p>
          <a:p>
            <a:r>
              <a:rPr lang="en-US" dirty="0" smtClean="0"/>
              <a:t>    output = </a:t>
            </a:r>
            <a:r>
              <a:rPr lang="en-US" dirty="0" err="1" smtClean="0"/>
              <a:t>ndi.percentile_filter</a:t>
            </a:r>
            <a:r>
              <a:rPr lang="en-US" dirty="0" smtClean="0"/>
              <a:t>(frame, size=s, percentile=p)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cv.imshow</a:t>
            </a:r>
            <a:r>
              <a:rPr lang="en-US" dirty="0" smtClean="0"/>
              <a:t>(WINDOW_NAME, output)</a:t>
            </a:r>
          </a:p>
          <a:p>
            <a:r>
              <a:rPr lang="en-US" dirty="0" smtClean="0"/>
              <a:t>    if </a:t>
            </a:r>
            <a:r>
              <a:rPr lang="en-US" dirty="0" err="1" smtClean="0"/>
              <a:t>cv.waitKey</a:t>
            </a:r>
            <a:r>
              <a:rPr lang="en-US" dirty="0" smtClean="0"/>
              <a:t>(1) == 27:</a:t>
            </a:r>
          </a:p>
          <a:p>
            <a:r>
              <a:rPr lang="en-US" dirty="0" smtClean="0"/>
              <a:t>        break</a:t>
            </a:r>
          </a:p>
          <a:p>
            <a:r>
              <a:rPr lang="en-US" dirty="0" err="1" smtClean="0"/>
              <a:t>cap.release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cv.destroyAllWindows</a:t>
            </a:r>
            <a:r>
              <a:rPr lang="en-US" dirty="0" smtClean="0"/>
              <a:t>()</a:t>
            </a: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69971" y="143691"/>
            <a:ext cx="10515600" cy="9797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Some More operations on live webcam streams:</a:t>
            </a:r>
            <a:br>
              <a:rPr lang="en-US" dirty="0" smtClean="0"/>
            </a:br>
            <a:r>
              <a:rPr lang="en-US" b="1" dirty="0" smtClean="0"/>
              <a:t>Filtering</a:t>
            </a:r>
          </a:p>
        </p:txBody>
      </p:sp>
    </p:spTree>
    <p:extLst>
      <p:ext uri="{BB962C8B-B14F-4D97-AF65-F5344CB8AC3E}">
        <p14:creationId xmlns:p14="http://schemas.microsoft.com/office/powerpoint/2010/main" val="376305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80606"/>
            <a:ext cx="6172200" cy="430657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Grayscale dilation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580606"/>
            <a:ext cx="3932237" cy="493776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Python Code:</a:t>
            </a:r>
          </a:p>
          <a:p>
            <a:r>
              <a:rPr lang="en-US" dirty="0" smtClean="0"/>
              <a:t>while True:</a:t>
            </a:r>
          </a:p>
          <a:p>
            <a:r>
              <a:rPr lang="en-US" dirty="0" smtClean="0"/>
              <a:t>    ret, frame = </a:t>
            </a:r>
            <a:r>
              <a:rPr lang="en-US" dirty="0" err="1" smtClean="0"/>
              <a:t>cap.read</a:t>
            </a:r>
            <a:r>
              <a:rPr lang="en-US" dirty="0" smtClean="0"/>
              <a:t>()</a:t>
            </a:r>
          </a:p>
          <a:p>
            <a:r>
              <a:rPr lang="en-US" dirty="0" smtClean="0"/>
              <a:t>    if not ret:</a:t>
            </a:r>
          </a:p>
          <a:p>
            <a:r>
              <a:rPr lang="en-US" dirty="0" smtClean="0"/>
              <a:t>        print("Can't receive frame... \</a:t>
            </a:r>
            <a:r>
              <a:rPr lang="en-US" dirty="0" err="1" smtClean="0"/>
              <a:t>nExiting</a:t>
            </a:r>
            <a:r>
              <a:rPr lang="en-US" dirty="0" smtClean="0"/>
              <a:t> ...")</a:t>
            </a:r>
          </a:p>
          <a:p>
            <a:r>
              <a:rPr lang="en-US" dirty="0" smtClean="0"/>
              <a:t>        break</a:t>
            </a:r>
          </a:p>
          <a:p>
            <a:r>
              <a:rPr lang="en-US" dirty="0" smtClean="0"/>
              <a:t>    grey = </a:t>
            </a:r>
            <a:r>
              <a:rPr lang="en-US" dirty="0" err="1" smtClean="0"/>
              <a:t>cv.cvtColor</a:t>
            </a:r>
            <a:r>
              <a:rPr lang="en-US" dirty="0" smtClean="0"/>
              <a:t>(frame,</a:t>
            </a:r>
          </a:p>
          <a:p>
            <a:r>
              <a:rPr lang="en-US" dirty="0" smtClean="0"/>
              <a:t>cv.COLOR_BGR2GRAY)</a:t>
            </a:r>
          </a:p>
          <a:p>
            <a:r>
              <a:rPr lang="en-US" dirty="0" smtClean="0"/>
              <a:t>    n1 = </a:t>
            </a:r>
            <a:r>
              <a:rPr lang="en-US" dirty="0" err="1" smtClean="0"/>
              <a:t>cv.getTrackbarPos</a:t>
            </a:r>
            <a:r>
              <a:rPr lang="en-US" dirty="0" smtClean="0"/>
              <a:t>('Sigma',</a:t>
            </a:r>
          </a:p>
          <a:p>
            <a:r>
              <a:rPr lang="en-US" dirty="0" smtClean="0"/>
              <a:t> WINDOW_NAME)</a:t>
            </a:r>
          </a:p>
          <a:p>
            <a:r>
              <a:rPr lang="en-US" dirty="0" smtClean="0"/>
              <a:t>    output = </a:t>
            </a:r>
            <a:r>
              <a:rPr lang="en-US" dirty="0" err="1" smtClean="0"/>
              <a:t>ndi.grey_dilation</a:t>
            </a:r>
            <a:r>
              <a:rPr lang="en-US" dirty="0" smtClean="0"/>
              <a:t>(grey, size=(7, 7), </a:t>
            </a:r>
          </a:p>
          <a:p>
            <a:r>
              <a:rPr lang="en-US" dirty="0" smtClean="0"/>
              <a:t>structure=</a:t>
            </a:r>
            <a:r>
              <a:rPr lang="en-US" dirty="0" err="1" smtClean="0"/>
              <a:t>np.ones</a:t>
            </a:r>
            <a:r>
              <a:rPr lang="en-US" dirty="0" smtClean="0"/>
              <a:t>((n1, n1)))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cv.imshow</a:t>
            </a:r>
            <a:r>
              <a:rPr lang="en-US" dirty="0" smtClean="0"/>
              <a:t>(WINDOW_NAME, output)</a:t>
            </a:r>
          </a:p>
          <a:p>
            <a:r>
              <a:rPr lang="en-US" dirty="0" smtClean="0"/>
              <a:t>    if </a:t>
            </a:r>
            <a:r>
              <a:rPr lang="en-US" dirty="0" err="1" smtClean="0"/>
              <a:t>cv.waitKey</a:t>
            </a:r>
            <a:r>
              <a:rPr lang="en-US" dirty="0" smtClean="0"/>
              <a:t>(1) == 27:</a:t>
            </a:r>
          </a:p>
          <a:p>
            <a:r>
              <a:rPr lang="en-US" dirty="0" smtClean="0"/>
              <a:t>        break</a:t>
            </a:r>
          </a:p>
          <a:p>
            <a:r>
              <a:rPr lang="en-US" dirty="0" err="1" smtClean="0"/>
              <a:t>cap.release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cv.destroyAllWindows</a:t>
            </a:r>
            <a:r>
              <a:rPr lang="en-US" dirty="0" smtClean="0"/>
              <a:t>()</a:t>
            </a: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69971" y="143691"/>
            <a:ext cx="10515600" cy="9797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Some More operations on live webcam streams:</a:t>
            </a:r>
            <a:br>
              <a:rPr lang="en-US" dirty="0" smtClean="0"/>
            </a:br>
            <a:r>
              <a:rPr lang="en-US" b="1" dirty="0" smtClean="0"/>
              <a:t>Morphological Operation(Grayscale dilation)</a:t>
            </a:r>
          </a:p>
        </p:txBody>
      </p:sp>
    </p:spTree>
    <p:extLst>
      <p:ext uri="{BB962C8B-B14F-4D97-AF65-F5344CB8AC3E}">
        <p14:creationId xmlns:p14="http://schemas.microsoft.com/office/powerpoint/2010/main" val="2542727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80606"/>
            <a:ext cx="6172200" cy="430657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Grayscale Erosion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580606"/>
            <a:ext cx="3932237" cy="493776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Python Code:</a:t>
            </a:r>
          </a:p>
          <a:p>
            <a:r>
              <a:rPr lang="en-US" dirty="0" smtClean="0"/>
              <a:t>while True:</a:t>
            </a:r>
          </a:p>
          <a:p>
            <a:r>
              <a:rPr lang="en-US" dirty="0" smtClean="0"/>
              <a:t>    ret, frame = </a:t>
            </a:r>
            <a:r>
              <a:rPr lang="en-US" dirty="0" err="1" smtClean="0"/>
              <a:t>cap.read</a:t>
            </a:r>
            <a:r>
              <a:rPr lang="en-US" dirty="0" smtClean="0"/>
              <a:t>()</a:t>
            </a:r>
          </a:p>
          <a:p>
            <a:r>
              <a:rPr lang="en-US" dirty="0" smtClean="0"/>
              <a:t>    if not ret:</a:t>
            </a:r>
          </a:p>
          <a:p>
            <a:r>
              <a:rPr lang="en-US" dirty="0" smtClean="0"/>
              <a:t>        break</a:t>
            </a:r>
          </a:p>
          <a:p>
            <a:r>
              <a:rPr lang="en-US" dirty="0" smtClean="0"/>
              <a:t>    grey = </a:t>
            </a:r>
            <a:r>
              <a:rPr lang="en-US" dirty="0" err="1" smtClean="0"/>
              <a:t>cv.cvtColor</a:t>
            </a:r>
            <a:r>
              <a:rPr lang="en-US" dirty="0" smtClean="0"/>
              <a:t>(frame, </a:t>
            </a:r>
          </a:p>
          <a:p>
            <a:r>
              <a:rPr lang="en-US" dirty="0" smtClean="0"/>
              <a:t>cv.COLOR_BGR2GRAY)</a:t>
            </a:r>
          </a:p>
          <a:p>
            <a:r>
              <a:rPr lang="en-US" dirty="0" smtClean="0"/>
              <a:t>    n1 = </a:t>
            </a:r>
            <a:r>
              <a:rPr lang="en-US" dirty="0" err="1" smtClean="0"/>
              <a:t>cv.getTrackbarPos</a:t>
            </a:r>
            <a:r>
              <a:rPr lang="en-US" dirty="0" smtClean="0"/>
              <a:t>('Sigma', </a:t>
            </a:r>
          </a:p>
          <a:p>
            <a:r>
              <a:rPr lang="en-US" dirty="0" smtClean="0"/>
              <a:t>WINDOW_NAME)</a:t>
            </a:r>
          </a:p>
          <a:p>
            <a:r>
              <a:rPr lang="en-US" dirty="0" smtClean="0"/>
              <a:t>    output = </a:t>
            </a:r>
            <a:r>
              <a:rPr lang="en-US" dirty="0" err="1" smtClean="0"/>
              <a:t>ndi.grey_erosion</a:t>
            </a:r>
            <a:r>
              <a:rPr lang="en-US" dirty="0" smtClean="0"/>
              <a:t>(grey, size=(7, 7), </a:t>
            </a:r>
          </a:p>
          <a:p>
            <a:r>
              <a:rPr lang="en-US" dirty="0" smtClean="0"/>
              <a:t>structure=</a:t>
            </a:r>
            <a:r>
              <a:rPr lang="en-US" dirty="0" err="1" smtClean="0"/>
              <a:t>np.ones</a:t>
            </a:r>
            <a:r>
              <a:rPr lang="en-US" dirty="0" smtClean="0"/>
              <a:t>((n1, n1)))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cv.imshow</a:t>
            </a:r>
            <a:r>
              <a:rPr lang="en-US" dirty="0" smtClean="0"/>
              <a:t>(WINDOW_NAME, output)</a:t>
            </a:r>
          </a:p>
          <a:p>
            <a:r>
              <a:rPr lang="en-US" dirty="0" smtClean="0"/>
              <a:t>    if </a:t>
            </a:r>
            <a:r>
              <a:rPr lang="en-US" dirty="0" err="1" smtClean="0"/>
              <a:t>cv.waitKey</a:t>
            </a:r>
            <a:r>
              <a:rPr lang="en-US" dirty="0" smtClean="0"/>
              <a:t>(1) == 27:</a:t>
            </a:r>
          </a:p>
          <a:p>
            <a:r>
              <a:rPr lang="en-US" dirty="0" smtClean="0"/>
              <a:t>        break</a:t>
            </a:r>
          </a:p>
          <a:p>
            <a:r>
              <a:rPr lang="en-US" dirty="0" err="1" smtClean="0"/>
              <a:t>cap.release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cv.destroyAllWindows</a:t>
            </a:r>
            <a:r>
              <a:rPr lang="en-US" dirty="0" smtClean="0"/>
              <a:t>()</a:t>
            </a:r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69971" y="143691"/>
            <a:ext cx="10515600" cy="9797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Some More operations on live webcam streams:</a:t>
            </a:r>
            <a:br>
              <a:rPr lang="en-US" dirty="0" smtClean="0"/>
            </a:br>
            <a:r>
              <a:rPr lang="en-US" b="1" dirty="0" smtClean="0"/>
              <a:t>Morphological Operation(Grayscale Erosion)</a:t>
            </a:r>
          </a:p>
        </p:txBody>
      </p:sp>
    </p:spTree>
    <p:extLst>
      <p:ext uri="{BB962C8B-B14F-4D97-AF65-F5344CB8AC3E}">
        <p14:creationId xmlns:p14="http://schemas.microsoft.com/office/powerpoint/2010/main" val="422616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909</Words>
  <Application>Microsoft Office PowerPoint</Application>
  <PresentationFormat>Widescreen</PresentationFormat>
  <Paragraphs>182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Video Processing</vt:lpstr>
      <vt:lpstr>Output of live webcam feed</vt:lpstr>
      <vt:lpstr>Grayscale video of RGB color video</vt:lpstr>
      <vt:lpstr>Separating color channels in a live webcam stream</vt:lpstr>
      <vt:lpstr>Some More operations on live webcam streams: Geometric Transformation</vt:lpstr>
      <vt:lpstr>Some More operations on live webcam streams: Convulation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 Shil</dc:creator>
  <cp:lastModifiedBy>Tama Shil</cp:lastModifiedBy>
  <cp:revision>13</cp:revision>
  <dcterms:created xsi:type="dcterms:W3CDTF">2023-08-14T13:45:30Z</dcterms:created>
  <dcterms:modified xsi:type="dcterms:W3CDTF">2023-08-15T06:09:36Z</dcterms:modified>
</cp:coreProperties>
</file>